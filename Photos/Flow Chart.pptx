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sldIdLst>
    <p:sldId id="256" r:id="rId2"/>
  </p:sldIdLst>
  <p:sldSz cx="12192000" cy="6858000"/>
  <p:notesSz cx="9144000" cy="6858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66" d="100"/>
          <a:sy n="66" d="100"/>
        </p:scale>
        <p:origin x="0" y="0"/>
      </p:cViewPr>
      <p:guideLst/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ABC142-039A-FF40-8BE7-81494B892745}" type="datetimeFigureOut">
              <a:rPr lang="en-GB" smtClean="0"/>
              <a:t>30/04/2025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07B14-6129-344E-A698-9A2C3561739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034097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ABC142-039A-FF40-8BE7-81494B892745}" type="datetimeFigureOut">
              <a:rPr lang="en-GB" smtClean="0"/>
              <a:t>30/04/2025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07B14-6129-344E-A698-9A2C3561739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749173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ABC142-039A-FF40-8BE7-81494B892745}" type="datetimeFigureOut">
              <a:rPr lang="en-GB" smtClean="0"/>
              <a:t>30/04/2025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07B14-6129-344E-A698-9A2C3561739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790071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ABC142-039A-FF40-8BE7-81494B892745}" type="datetimeFigureOut">
              <a:rPr lang="en-GB" smtClean="0"/>
              <a:t>30/04/2025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07B14-6129-344E-A698-9A2C3561739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56754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ABC142-039A-FF40-8BE7-81494B892745}" type="datetimeFigureOut">
              <a:rPr lang="en-GB" smtClean="0"/>
              <a:t>30/04/2025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07B14-6129-344E-A698-9A2C3561739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070570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ABC142-039A-FF40-8BE7-81494B892745}" type="datetimeFigureOut">
              <a:rPr lang="en-GB" smtClean="0"/>
              <a:t>30/04/2025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07B14-6129-344E-A698-9A2C3561739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212598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ABC142-039A-FF40-8BE7-81494B892745}" type="datetimeFigureOut">
              <a:rPr lang="en-GB" smtClean="0"/>
              <a:t>30/04/2025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07B14-6129-344E-A698-9A2C3561739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211962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ABC142-039A-FF40-8BE7-81494B892745}" type="datetimeFigureOut">
              <a:rPr lang="en-GB" smtClean="0"/>
              <a:t>30/04/2025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07B14-6129-344E-A698-9A2C3561739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094834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ABC142-039A-FF40-8BE7-81494B892745}" type="datetimeFigureOut">
              <a:rPr lang="en-GB" smtClean="0"/>
              <a:t>30/04/2025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07B14-6129-344E-A698-9A2C3561739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176861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ABC142-039A-FF40-8BE7-81494B892745}" type="datetimeFigureOut">
              <a:rPr lang="en-GB" smtClean="0"/>
              <a:t>30/04/2025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07B14-6129-344E-A698-9A2C3561739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60162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ABC142-039A-FF40-8BE7-81494B892745}" type="datetimeFigureOut">
              <a:rPr lang="en-GB" smtClean="0"/>
              <a:t>30/04/2025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07B14-6129-344E-A698-9A2C3561739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603773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5ABC142-039A-FF40-8BE7-81494B892745}" type="datetimeFigureOut">
              <a:rPr lang="en-GB" smtClean="0"/>
              <a:t>30/04/2025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DE07B14-6129-344E-A698-9A2C3561739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972878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A10A27-EF69-1358-0FFA-EC80C12655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2171700" y="-6898609"/>
            <a:ext cx="10363200" cy="7545995"/>
          </a:xfrm>
        </p:spPr>
        <p:txBody>
          <a:bodyPr>
            <a:normAutofit/>
          </a:bodyPr>
          <a:lstStyle/>
          <a:p>
            <a:r>
              <a:rPr lang="en-GB" sz="3600"/>
              <a:t>Start: Which Book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170BAF9-3E52-6FC7-2627-BCD6ED54A40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812487"/>
            <a:ext cx="3701143" cy="5233026"/>
          </a:xfrm>
        </p:spPr>
        <p:txBody>
          <a:bodyPr>
            <a:normAutofit/>
          </a:bodyPr>
          <a:lstStyle/>
          <a:p>
            <a:r>
              <a:rPr lang="en-GB" sz="1600" u="sng"/>
              <a:t>Book 1/2/6</a:t>
            </a:r>
          </a:p>
          <a:p>
            <a:r>
              <a:rPr lang="en-GB" sz="1600"/>
              <a:t>- Go to start position</a:t>
            </a:r>
          </a:p>
          <a:p>
            <a:r>
              <a:rPr lang="en-GB" sz="1600"/>
              <a:t>– Move in slowly</a:t>
            </a:r>
          </a:p>
          <a:p>
            <a:pPr marL="285750" indent="-285750">
              <a:buFontTx/>
              <a:buChar char="-"/>
            </a:pPr>
            <a:r>
              <a:rPr lang="en-GB" sz="1600"/>
              <a:t>Pick up book</a:t>
            </a:r>
          </a:p>
          <a:p>
            <a:pPr marL="285750" indent="-285750">
              <a:buFontTx/>
              <a:buChar char="-"/>
            </a:pPr>
            <a:r>
              <a:rPr lang="en-GB" sz="1600"/>
              <a:t>(If book 2, rotate base)</a:t>
            </a:r>
          </a:p>
          <a:p>
            <a:r>
              <a:rPr lang="en-GB" sz="1600"/>
              <a:t>– Move back slowly</a:t>
            </a:r>
          </a:p>
          <a:p>
            <a:r>
              <a:rPr lang="en-GB" sz="1600"/>
              <a:t>- Go to any midpoints</a:t>
            </a:r>
          </a:p>
          <a:p>
            <a:endParaRPr lang="en-GB" sz="1600"/>
          </a:p>
          <a:p>
            <a:endParaRPr lang="en-GB" sz="1600"/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A019E98A-BA40-1765-F0F6-9CE3BE83A6C8}"/>
              </a:ext>
            </a:extLst>
          </p:cNvPr>
          <p:cNvSpPr txBox="1">
            <a:spLocks/>
          </p:cNvSpPr>
          <p:nvPr/>
        </p:nvSpPr>
        <p:spPr>
          <a:xfrm>
            <a:off x="3009900" y="812487"/>
            <a:ext cx="3701143" cy="523302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600" u="sng"/>
              <a:t>Book 3/4/5</a:t>
            </a:r>
          </a:p>
          <a:p>
            <a:r>
              <a:rPr lang="en-GB" sz="1600"/>
              <a:t>- Go to start position</a:t>
            </a:r>
          </a:p>
          <a:p>
            <a:r>
              <a:rPr lang="en-GB" sz="1600"/>
              <a:t>- Move to book position</a:t>
            </a:r>
          </a:p>
          <a:p>
            <a:pPr marL="285750" indent="-285750">
              <a:buFontTx/>
              <a:buChar char="-"/>
            </a:pPr>
            <a:r>
              <a:rPr lang="en-GB" sz="1600"/>
              <a:t>Pick up book</a:t>
            </a:r>
          </a:p>
          <a:p>
            <a:pPr marL="285750" indent="-285750">
              <a:buFontTx/>
              <a:buChar char="-"/>
            </a:pPr>
            <a:r>
              <a:rPr lang="en-GB" sz="1600"/>
              <a:t>Move to reorientate position</a:t>
            </a:r>
          </a:p>
          <a:p>
            <a:r>
              <a:rPr lang="en-GB" sz="1600"/>
              <a:t>– Drop Book</a:t>
            </a:r>
          </a:p>
          <a:p>
            <a:r>
              <a:rPr lang="en-GB" sz="1600"/>
              <a:t>- Make end effector flat</a:t>
            </a:r>
          </a:p>
          <a:p>
            <a:r>
              <a:rPr lang="en-GB" sz="1600"/>
              <a:t>– Pick Book Back Up</a:t>
            </a:r>
          </a:p>
          <a:p>
            <a:r>
              <a:rPr lang="en-GB" sz="1600"/>
              <a:t>- Go to any midpoints</a:t>
            </a:r>
          </a:p>
          <a:p>
            <a:endParaRPr lang="en-GB" sz="1600"/>
          </a:p>
          <a:p>
            <a:endParaRPr lang="en-GB" sz="1600"/>
          </a:p>
          <a:p>
            <a:endParaRPr lang="en-GB" sz="1600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39D6DA65-E1B6-3512-B7DA-B9E7392CC177}"/>
              </a:ext>
            </a:extLst>
          </p:cNvPr>
          <p:cNvCxnSpPr>
            <a:cxnSpLocks/>
          </p:cNvCxnSpPr>
          <p:nvPr/>
        </p:nvCxnSpPr>
        <p:spPr>
          <a:xfrm flipH="1">
            <a:off x="1714500" y="596743"/>
            <a:ext cx="825500" cy="21574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DCA1C5C6-5338-A935-4033-D3F291071008}"/>
              </a:ext>
            </a:extLst>
          </p:cNvPr>
          <p:cNvCxnSpPr>
            <a:cxnSpLocks/>
            <a:endCxn id="6" idx="0"/>
          </p:cNvCxnSpPr>
          <p:nvPr/>
        </p:nvCxnSpPr>
        <p:spPr>
          <a:xfrm>
            <a:off x="3533321" y="596743"/>
            <a:ext cx="1327151" cy="21574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69B4E546-77A4-834F-0ABC-7E0DC90FE8BA}"/>
              </a:ext>
            </a:extLst>
          </p:cNvPr>
          <p:cNvCxnSpPr>
            <a:cxnSpLocks/>
          </p:cNvCxnSpPr>
          <p:nvPr/>
        </p:nvCxnSpPr>
        <p:spPr>
          <a:xfrm>
            <a:off x="1917700" y="3270015"/>
            <a:ext cx="209550" cy="97178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99E49A8C-0FBD-F592-A502-3A1DE26F4F10}"/>
              </a:ext>
            </a:extLst>
          </p:cNvPr>
          <p:cNvCxnSpPr>
            <a:cxnSpLocks/>
          </p:cNvCxnSpPr>
          <p:nvPr/>
        </p:nvCxnSpPr>
        <p:spPr>
          <a:xfrm flipH="1">
            <a:off x="2768600" y="4026056"/>
            <a:ext cx="2000249" cy="21574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Subtitle 2">
            <a:extLst>
              <a:ext uri="{FF2B5EF4-FFF2-40B4-BE49-F238E27FC236}">
                <a16:creationId xmlns:a16="http://schemas.microsoft.com/office/drawing/2014/main" id="{30BFF8F4-819F-8429-374E-305A19BAFF61}"/>
              </a:ext>
            </a:extLst>
          </p:cNvPr>
          <p:cNvSpPr txBox="1">
            <a:spLocks/>
          </p:cNvSpPr>
          <p:nvPr/>
        </p:nvSpPr>
        <p:spPr>
          <a:xfrm>
            <a:off x="533853" y="4330857"/>
            <a:ext cx="3701143" cy="523302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600"/>
              <a:t>- Go to shelf start position</a:t>
            </a:r>
          </a:p>
          <a:p>
            <a:r>
              <a:rPr lang="en-GB" sz="1600"/>
              <a:t>– Move in slowly</a:t>
            </a:r>
          </a:p>
          <a:p>
            <a:r>
              <a:rPr lang="en-GB" sz="1600"/>
              <a:t>– Drop book</a:t>
            </a:r>
          </a:p>
          <a:p>
            <a:r>
              <a:rPr lang="en-GB" sz="1600"/>
              <a:t>– Move back slowly</a:t>
            </a:r>
          </a:p>
          <a:p>
            <a:endParaRPr lang="en-GB" sz="1600"/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A71225DE-6499-98AE-6B1C-C042A2DBD645}"/>
              </a:ext>
            </a:extLst>
          </p:cNvPr>
          <p:cNvSpPr txBox="1">
            <a:spLocks/>
          </p:cNvSpPr>
          <p:nvPr/>
        </p:nvSpPr>
        <p:spPr>
          <a:xfrm>
            <a:off x="3276827" y="-1500482"/>
            <a:ext cx="10363200" cy="754599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3600"/>
              <a:t>Finish</a:t>
            </a:r>
          </a:p>
        </p:txBody>
      </p:sp>
      <p:sp>
        <p:nvSpPr>
          <p:cNvPr id="18" name="Subtitle 2">
            <a:extLst>
              <a:ext uri="{FF2B5EF4-FFF2-40B4-BE49-F238E27FC236}">
                <a16:creationId xmlns:a16="http://schemas.microsoft.com/office/drawing/2014/main" id="{9D3D9BC1-A7D2-C17E-15A8-8DB1BCBD1C01}"/>
              </a:ext>
            </a:extLst>
          </p:cNvPr>
          <p:cNvSpPr txBox="1">
            <a:spLocks/>
          </p:cNvSpPr>
          <p:nvPr/>
        </p:nvSpPr>
        <p:spPr>
          <a:xfrm>
            <a:off x="4490357" y="5526225"/>
            <a:ext cx="3701143" cy="523302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600" u="sng"/>
              <a:t>Book 6</a:t>
            </a:r>
            <a:endParaRPr lang="en-GB" sz="1600"/>
          </a:p>
          <a:p>
            <a:endParaRPr lang="en-GB" sz="1600"/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8650E146-417A-D8D3-CB41-7B5DCBC074A8}"/>
              </a:ext>
            </a:extLst>
          </p:cNvPr>
          <p:cNvCxnSpPr>
            <a:cxnSpLocks/>
          </p:cNvCxnSpPr>
          <p:nvPr/>
        </p:nvCxnSpPr>
        <p:spPr>
          <a:xfrm flipV="1">
            <a:off x="3701143" y="4695092"/>
            <a:ext cx="2172119" cy="9089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197410CB-053E-1A5A-8505-B32261FDC29C}"/>
              </a:ext>
            </a:extLst>
          </p:cNvPr>
          <p:cNvCxnSpPr>
            <a:cxnSpLocks/>
          </p:cNvCxnSpPr>
          <p:nvPr/>
        </p:nvCxnSpPr>
        <p:spPr>
          <a:xfrm flipV="1">
            <a:off x="3701142" y="5603992"/>
            <a:ext cx="2172120" cy="1944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Subtitle 2">
            <a:extLst>
              <a:ext uri="{FF2B5EF4-FFF2-40B4-BE49-F238E27FC236}">
                <a16:creationId xmlns:a16="http://schemas.microsoft.com/office/drawing/2014/main" id="{1CA371FA-E68D-66A7-2EAB-3A10288FD7AA}"/>
              </a:ext>
            </a:extLst>
          </p:cNvPr>
          <p:cNvSpPr txBox="1">
            <a:spLocks/>
          </p:cNvSpPr>
          <p:nvPr/>
        </p:nvSpPr>
        <p:spPr>
          <a:xfrm>
            <a:off x="5005858" y="4695092"/>
            <a:ext cx="3701143" cy="523302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600" u="sng"/>
              <a:t>All other books</a:t>
            </a:r>
            <a:endParaRPr lang="en-GB" sz="1600"/>
          </a:p>
          <a:p>
            <a:endParaRPr lang="en-GB" sz="1600"/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F221F767-3FFF-0409-54E6-C767554A3977}"/>
              </a:ext>
            </a:extLst>
          </p:cNvPr>
          <p:cNvCxnSpPr>
            <a:cxnSpLocks/>
          </p:cNvCxnSpPr>
          <p:nvPr/>
        </p:nvCxnSpPr>
        <p:spPr>
          <a:xfrm flipV="1">
            <a:off x="6622963" y="812487"/>
            <a:ext cx="88080" cy="385232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8C3E571B-1A26-B864-DF87-07DADCD291E5}"/>
              </a:ext>
            </a:extLst>
          </p:cNvPr>
          <p:cNvCxnSpPr>
            <a:cxnSpLocks/>
          </p:cNvCxnSpPr>
          <p:nvPr/>
        </p:nvCxnSpPr>
        <p:spPr>
          <a:xfrm flipH="1" flipV="1">
            <a:off x="5054147" y="281608"/>
            <a:ext cx="1656896" cy="44354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D9F93CDE-63F0-F9E9-4BEA-53254D33F710}"/>
              </a:ext>
            </a:extLst>
          </p:cNvPr>
          <p:cNvCxnSpPr>
            <a:cxnSpLocks/>
          </p:cNvCxnSpPr>
          <p:nvPr/>
        </p:nvCxnSpPr>
        <p:spPr>
          <a:xfrm flipV="1">
            <a:off x="6810792" y="5623440"/>
            <a:ext cx="944023" cy="1944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326486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95</Words>
  <Application>Microsoft Macintosh PowerPoint</Application>
  <PresentationFormat>Widescreen</PresentationFormat>
  <Paragraphs>25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Start: Which Book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Louie Burns [mn22lb]</dc:creator>
  <cp:lastModifiedBy>Louie Burns [mn22lb]</cp:lastModifiedBy>
  <cp:revision>1</cp:revision>
  <dcterms:created xsi:type="dcterms:W3CDTF">2025-04-30T21:14:55Z</dcterms:created>
  <dcterms:modified xsi:type="dcterms:W3CDTF">2025-04-30T21:23:23Z</dcterms:modified>
</cp:coreProperties>
</file>