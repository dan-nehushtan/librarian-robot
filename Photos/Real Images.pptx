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81D0A-D070-3F42-ADFB-3E4FF8025E0A}" v="9" dt="2025-04-30T23:04:17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0" d="100"/>
          <a:sy n="140" d="100"/>
        </p:scale>
        <p:origin x="-40" y="-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B8C3-15E4-3431-A2C3-6B2E1FE84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64FDE-DB0C-E846-801B-E1A80AE0C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CBCF8-F9D7-35D9-C0A6-FD7C90E7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9145-4A13-9E27-EA21-2B84E96C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F641-B481-BA4F-D3F6-0308A55F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4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2B26-1517-B3C5-FCF6-3A9D112D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FF32-43FB-CBD9-9B57-40D69CAD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92721-3A72-5B0B-A4E4-1C2E806C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44447-B9B2-2C20-8BE0-53B6394F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DCA3F-2F97-6248-3936-AD5FD380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451E-FF61-C48D-60A0-7B0D63EA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79FF1-9DCD-6C84-1545-A1A3BD9CA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C41EC-F0F5-FA63-3D5C-3080E8BF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A9375-56AF-F5B9-841D-66C89A71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9345A-4E05-0D22-69AD-655BC00C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3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992B-D631-8226-E5AF-C39BBAB6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9799-6B98-6E3E-713A-98BEE956E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DDF24-6D42-7FAF-3DB7-0B68DE243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F4219-9DD7-5066-5C84-583A2AD3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4E5CE-3E7A-D34A-2780-1DE932F7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1C144-BB26-E2BF-BD7C-D715C6BB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53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F878-FAE7-7336-869A-236B0710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D07A4-756D-04B3-97F0-1B1948DE8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548B2-85F7-CA8E-AAE0-16FBA9606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652CF-5E78-EEC1-7960-E39B2AC70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CD548-1261-13CC-2E63-80FBA2C3A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FE4EBE-9C2F-4AA4-6355-DDD0B1D8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AC601-4C1E-3A6F-A57F-1D2A1403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1551C-6F84-85CB-5FD1-2473171A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0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D732-6D43-3F3C-0963-EF0865F0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E463A-40D8-39AB-A736-8A35D7B3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F5206-E89D-A3FC-8296-9B0CCF5B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4E72E-813F-8104-63C5-DEE32674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53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58570-7124-9201-6CEB-42A06AD8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D7E80-88DF-99E4-7ED1-74FCBB46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6FED2-0946-A54F-956A-4157D5D8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07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F673-6F9B-5AAB-4BF9-9FF6797A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1492-BCCD-7C05-78B9-5B22E154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CD005-1C5C-B32D-DF5B-AE46D68A6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D9B5E-BB00-13E7-1B0C-D68C36E9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095DC-131D-EBEF-A3C3-3A69A8FA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85710-A777-C4D8-C11F-0313E18D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08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C39C-B5FF-6958-045B-74088DAC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B8419-D3B2-EFF9-3D1C-6817F4F2D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9A9D-A209-2CC0-5AE6-912D1D99B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F37AF-4F3D-8A69-33F6-A9C59A31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07396-7D2D-113A-6274-3D05ECAD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3E253-4493-9417-719B-FE51E59D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31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F25E-CBB6-4E89-CC7C-688B0882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41FD-A5FE-4F3E-9D60-D555531ED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693B-7183-03E7-BCA2-34A5E757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5D54-DD0E-8119-D3F6-1E5F48E7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0A49-3EA6-9706-3A7B-8296D11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27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C7F69-6FCD-5946-CC09-F46A57C66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568CD-C9FB-6A1D-2B92-781F216D4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6BEE-2B4F-ABCE-C70F-245228D7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6B820-BD45-8646-D3A5-9A678C9C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8A654-5AA3-4C78-BDF7-C1090ACF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82F48-277B-2F55-492A-651F7B0E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03738-74DF-AF94-0C9B-CC64B53F7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AB9CB-7ACA-56BA-38AE-D73E8B566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0EC59-0E91-034E-A239-DBA3B253BE9D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BAB37-6758-1A56-ACCC-6508368F6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0313-A121-D628-443A-A1630ACDF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16871-9BC4-6941-93C6-2D21409E9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31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C1E1-3235-D35A-A24A-2A9643B00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86BEB-DE4D-AAE6-3A38-594160AE9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036F05-96C7-BD5F-951B-9C831BB77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17" y="571499"/>
            <a:ext cx="5422900" cy="468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88564C7-26C1-D872-D6D5-EBED5493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117" y="571499"/>
            <a:ext cx="5486400" cy="46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FD2E86-CC7C-D047-1EDF-E9044C0560F5}"/>
              </a:ext>
            </a:extLst>
          </p:cNvPr>
          <p:cNvSpPr txBox="1"/>
          <p:nvPr/>
        </p:nvSpPr>
        <p:spPr>
          <a:xfrm>
            <a:off x="2531326" y="2850995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0D987-3479-DF1E-17D1-AB284D1490BD}"/>
              </a:ext>
            </a:extLst>
          </p:cNvPr>
          <p:cNvSpPr txBox="1"/>
          <p:nvPr/>
        </p:nvSpPr>
        <p:spPr>
          <a:xfrm>
            <a:off x="2811868" y="2811147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89837-6CB8-2387-966B-5F4CF34C82B0}"/>
              </a:ext>
            </a:extLst>
          </p:cNvPr>
          <p:cNvSpPr txBox="1"/>
          <p:nvPr/>
        </p:nvSpPr>
        <p:spPr>
          <a:xfrm>
            <a:off x="3086150" y="2771299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BE01C-DCA4-0704-13E9-D8F0E5D91B21}"/>
              </a:ext>
            </a:extLst>
          </p:cNvPr>
          <p:cNvSpPr txBox="1"/>
          <p:nvPr/>
        </p:nvSpPr>
        <p:spPr>
          <a:xfrm>
            <a:off x="3270421" y="2598881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9A9DB-7F6F-31B1-3901-3A6FA89D5697}"/>
              </a:ext>
            </a:extLst>
          </p:cNvPr>
          <p:cNvSpPr txBox="1"/>
          <p:nvPr/>
        </p:nvSpPr>
        <p:spPr>
          <a:xfrm>
            <a:off x="3485330" y="2409401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203A9-A48A-5481-DD55-F534AD5FAE7F}"/>
              </a:ext>
            </a:extLst>
          </p:cNvPr>
          <p:cNvSpPr txBox="1"/>
          <p:nvPr/>
        </p:nvSpPr>
        <p:spPr>
          <a:xfrm>
            <a:off x="3691667" y="213818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F7DDB-5FBB-D311-AEB1-0A3B230A6E9B}"/>
              </a:ext>
            </a:extLst>
          </p:cNvPr>
          <p:cNvSpPr txBox="1"/>
          <p:nvPr/>
        </p:nvSpPr>
        <p:spPr>
          <a:xfrm>
            <a:off x="8140887" y="294236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1928B-8604-7D91-3B16-4CFA6706C9A7}"/>
              </a:ext>
            </a:extLst>
          </p:cNvPr>
          <p:cNvSpPr txBox="1"/>
          <p:nvPr/>
        </p:nvSpPr>
        <p:spPr>
          <a:xfrm>
            <a:off x="8421429" y="2902514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13B0D-9EAE-77E9-EA24-DF90B18ED96C}"/>
              </a:ext>
            </a:extLst>
          </p:cNvPr>
          <p:cNvSpPr txBox="1"/>
          <p:nvPr/>
        </p:nvSpPr>
        <p:spPr>
          <a:xfrm>
            <a:off x="8695711" y="2862666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BED6E-3D23-9DE3-094F-805E2B705A71}"/>
              </a:ext>
            </a:extLst>
          </p:cNvPr>
          <p:cNvSpPr txBox="1"/>
          <p:nvPr/>
        </p:nvSpPr>
        <p:spPr>
          <a:xfrm>
            <a:off x="8879982" y="2690248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C311D-AC06-65CB-A99F-844E71DCB3BE}"/>
              </a:ext>
            </a:extLst>
          </p:cNvPr>
          <p:cNvSpPr txBox="1"/>
          <p:nvPr/>
        </p:nvSpPr>
        <p:spPr>
          <a:xfrm>
            <a:off x="9094891" y="2500768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34309-B3E5-AEB8-634E-B26745B4CEAB}"/>
              </a:ext>
            </a:extLst>
          </p:cNvPr>
          <p:cNvSpPr txBox="1"/>
          <p:nvPr/>
        </p:nvSpPr>
        <p:spPr>
          <a:xfrm>
            <a:off x="9301228" y="2229549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441BA-6C03-FC2A-12D9-1FB625D5F349}"/>
              </a:ext>
            </a:extLst>
          </p:cNvPr>
          <p:cNvSpPr txBox="1"/>
          <p:nvPr/>
        </p:nvSpPr>
        <p:spPr>
          <a:xfrm>
            <a:off x="7860345" y="294935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0DFFD8-838B-E553-225D-A0FAC8C4D29B}"/>
              </a:ext>
            </a:extLst>
          </p:cNvPr>
          <p:cNvSpPr txBox="1"/>
          <p:nvPr/>
        </p:nvSpPr>
        <p:spPr>
          <a:xfrm>
            <a:off x="2250784" y="284438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110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B53CA-59EA-8872-93A4-2F411238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ack circular object with colorful objects&#10;&#10;AI-generated content may be incorrect.">
            <a:extLst>
              <a:ext uri="{FF2B5EF4-FFF2-40B4-BE49-F238E27FC236}">
                <a16:creationId xmlns:a16="http://schemas.microsoft.com/office/drawing/2014/main" id="{A21A85FE-05FB-C1A3-8810-19C8B3416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036"/>
            <a:ext cx="6380444" cy="4603694"/>
          </a:xfrm>
          <a:prstGeom prst="rect">
            <a:avLst/>
          </a:prstGeom>
        </p:spPr>
      </p:pic>
      <p:pic>
        <p:nvPicPr>
          <p:cNvPr id="21" name="Picture 20" descr="A black circular object with colorful objects&#10;&#10;AI-generated content may be incorrect.">
            <a:extLst>
              <a:ext uri="{FF2B5EF4-FFF2-40B4-BE49-F238E27FC236}">
                <a16:creationId xmlns:a16="http://schemas.microsoft.com/office/drawing/2014/main" id="{887887F3-CAE4-BBCF-3E91-047E97E28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410" y="1403735"/>
            <a:ext cx="6520721" cy="46689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CD5D8FD-08CD-0925-11B1-FB7A811700CC}"/>
              </a:ext>
            </a:extLst>
          </p:cNvPr>
          <p:cNvSpPr txBox="1"/>
          <p:nvPr/>
        </p:nvSpPr>
        <p:spPr>
          <a:xfrm>
            <a:off x="1707419" y="3656086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A2F01-95BF-47D0-4C68-C17D456F2A77}"/>
              </a:ext>
            </a:extLst>
          </p:cNvPr>
          <p:cNvSpPr txBox="1"/>
          <p:nvPr/>
        </p:nvSpPr>
        <p:spPr>
          <a:xfrm>
            <a:off x="1859819" y="3656086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6B613F-4E64-F1CA-F31A-B76332AAD6D2}"/>
              </a:ext>
            </a:extLst>
          </p:cNvPr>
          <p:cNvSpPr txBox="1"/>
          <p:nvPr/>
        </p:nvSpPr>
        <p:spPr>
          <a:xfrm>
            <a:off x="2012219" y="3674496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B1F9F-3AC4-103F-AF2B-71DF9235F174}"/>
              </a:ext>
            </a:extLst>
          </p:cNvPr>
          <p:cNvSpPr txBox="1"/>
          <p:nvPr/>
        </p:nvSpPr>
        <p:spPr>
          <a:xfrm>
            <a:off x="2164619" y="3674496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FF5F4D-7330-C19F-4479-3C6883868C29}"/>
              </a:ext>
            </a:extLst>
          </p:cNvPr>
          <p:cNvSpPr txBox="1"/>
          <p:nvPr/>
        </p:nvSpPr>
        <p:spPr>
          <a:xfrm>
            <a:off x="7249726" y="362181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84B78B-0177-02B4-8A59-D771C1B1AB3F}"/>
              </a:ext>
            </a:extLst>
          </p:cNvPr>
          <p:cNvSpPr txBox="1"/>
          <p:nvPr/>
        </p:nvSpPr>
        <p:spPr>
          <a:xfrm>
            <a:off x="7402126" y="362181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74D72C-49C9-8AF9-3B57-44EFF67AFE29}"/>
              </a:ext>
            </a:extLst>
          </p:cNvPr>
          <p:cNvSpPr txBox="1"/>
          <p:nvPr/>
        </p:nvSpPr>
        <p:spPr>
          <a:xfrm>
            <a:off x="7554526" y="364022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EAD33-7913-30F4-FB6D-3F28121C9575}"/>
              </a:ext>
            </a:extLst>
          </p:cNvPr>
          <p:cNvSpPr txBox="1"/>
          <p:nvPr/>
        </p:nvSpPr>
        <p:spPr>
          <a:xfrm>
            <a:off x="7706926" y="3640222"/>
            <a:ext cx="46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94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</Words>
  <Application>Microsoft Macintosh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Louie Burns [mn22lb]</dc:creator>
  <cp:lastModifiedBy>Louie Burns [mn22lb]</cp:lastModifiedBy>
  <cp:revision>1</cp:revision>
  <dcterms:created xsi:type="dcterms:W3CDTF">2025-04-30T22:59:05Z</dcterms:created>
  <dcterms:modified xsi:type="dcterms:W3CDTF">2025-04-30T23:04:30Z</dcterms:modified>
</cp:coreProperties>
</file>